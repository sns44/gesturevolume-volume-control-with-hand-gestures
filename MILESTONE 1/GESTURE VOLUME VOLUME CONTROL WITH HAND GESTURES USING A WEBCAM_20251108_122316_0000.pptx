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layfair Display" charset="1" panose="00000500000000000000"/>
      <p:regular r:id="rId19"/>
    </p:embeddedFont>
    <p:embeddedFont>
      <p:font typeface="Graduate" charset="1" panose="02000503000000020004"/>
      <p:regular r:id="rId20"/>
    </p:embeddedFont>
    <p:embeddedFont>
      <p:font typeface="Public Sans" charset="1" panose="00000000000000000000"/>
      <p:regular r:id="rId21"/>
    </p:embeddedFont>
    <p:embeddedFont>
      <p:font typeface="Public Sans Bold" charset="1" panose="00000000000000000000"/>
      <p:regular r:id="rId22"/>
    </p:embeddedFont>
    <p:embeddedFont>
      <p:font typeface="Glacial Indifference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915518" y="5334000"/>
            <a:ext cx="12456964" cy="245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0"/>
              </a:lnSpc>
            </a:pPr>
            <a:r>
              <a:rPr lang="en-US" sz="6901" spc="3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GESTURE VOLUME: VOLUME CONTROL WITH HAND GESTURES USING A WEBCAM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4361" y="1219200"/>
            <a:ext cx="12456964" cy="86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0"/>
              </a:lnSpc>
            </a:pPr>
            <a:r>
              <a:rPr lang="en-US" sz="6901" spc="3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MILESTONE 1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150" y="2942562"/>
            <a:ext cx="8854712" cy="4294535"/>
          </a:xfrm>
          <a:custGeom>
            <a:avLst/>
            <a:gdLst/>
            <a:ahLst/>
            <a:cxnLst/>
            <a:rect r="r" b="b" t="t" l="l"/>
            <a:pathLst>
              <a:path h="4294535" w="8854712">
                <a:moveTo>
                  <a:pt x="0" y="0"/>
                </a:moveTo>
                <a:lnTo>
                  <a:pt x="8854712" y="0"/>
                </a:lnTo>
                <a:lnTo>
                  <a:pt x="8854712" y="4294536"/>
                </a:lnTo>
                <a:lnTo>
                  <a:pt x="0" y="429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3835" y="876300"/>
            <a:ext cx="5484008" cy="93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2"/>
              </a:lnSpc>
              <a:spcBef>
                <a:spcPct val="0"/>
              </a:spcBef>
            </a:pPr>
            <a:r>
              <a:rPr lang="en-US" sz="5155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REQUIREMENTS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6150" y="1992503"/>
            <a:ext cx="3042642" cy="657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7"/>
              </a:lnSpc>
              <a:spcBef>
                <a:spcPct val="0"/>
              </a:spcBef>
            </a:pPr>
            <a:r>
              <a:rPr lang="en-US" sz="356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Anaconda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82927" y="3192025"/>
            <a:ext cx="2443239" cy="2174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1934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</a:t>
            </a:r>
          </a:p>
          <a:p>
            <a:pPr algn="l" marL="417748" indent="-208874" lvl="1">
              <a:lnSpc>
                <a:spcPts val="2902"/>
              </a:lnSpc>
              <a:buFont typeface="Arial"/>
              <a:buChar char="•"/>
            </a:pPr>
            <a:r>
              <a:rPr lang="en-US" b="true" sz="193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MediaPip</a:t>
            </a:r>
          </a:p>
          <a:p>
            <a:pPr algn="l" marL="417748" indent="-208874" lvl="1">
              <a:lnSpc>
                <a:spcPts val="2902"/>
              </a:lnSpc>
              <a:buFont typeface="Arial"/>
              <a:buChar char="•"/>
            </a:pPr>
            <a:r>
              <a:rPr lang="en-US" b="true" sz="193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OpenCV</a:t>
            </a:r>
          </a:p>
          <a:p>
            <a:pPr algn="l" marL="417748" indent="-208874" lvl="1">
              <a:lnSpc>
                <a:spcPts val="2902"/>
              </a:lnSpc>
              <a:buFont typeface="Arial"/>
              <a:buChar char="•"/>
            </a:pPr>
            <a:r>
              <a:rPr lang="en-US" b="true" sz="193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NumPy</a:t>
            </a:r>
          </a:p>
          <a:p>
            <a:pPr algn="l" marL="417748" indent="-208874" lvl="1">
              <a:lnSpc>
                <a:spcPts val="2902"/>
              </a:lnSpc>
              <a:buFont typeface="Arial"/>
              <a:buChar char="•"/>
            </a:pPr>
            <a:r>
              <a:rPr lang="en-US" b="true" sz="193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Matplotlib</a:t>
            </a:r>
          </a:p>
          <a:p>
            <a:pPr algn="l" marL="417748" indent="-208874" lvl="1">
              <a:lnSpc>
                <a:spcPts val="2902"/>
              </a:lnSpc>
              <a:buFont typeface="Arial"/>
              <a:buChar char="•"/>
            </a:pPr>
            <a:r>
              <a:rPr lang="en-US" b="true" sz="193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Jupyter notebook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82927" y="2731772"/>
            <a:ext cx="3014811" cy="35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2"/>
              </a:lnSpc>
              <a:spcBef>
                <a:spcPct val="0"/>
              </a:spcBef>
            </a:pPr>
            <a:r>
              <a:rPr lang="en-US" b="true" sz="1934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 installed/ download it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6150" y="7465698"/>
            <a:ext cx="3176290" cy="35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2"/>
              </a:lnSpc>
              <a:spcBef>
                <a:spcPct val="0"/>
              </a:spcBef>
            </a:pPr>
            <a:r>
              <a:rPr lang="en-US" sz="1934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RUN ANACONDA PROMPT 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421510" cy="3300344"/>
          </a:xfrm>
          <a:custGeom>
            <a:avLst/>
            <a:gdLst/>
            <a:ahLst/>
            <a:cxnLst/>
            <a:rect r="r" b="b" t="t" l="l"/>
            <a:pathLst>
              <a:path h="3300344" w="5421510">
                <a:moveTo>
                  <a:pt x="0" y="0"/>
                </a:moveTo>
                <a:lnTo>
                  <a:pt x="5421510" y="0"/>
                </a:lnTo>
                <a:lnTo>
                  <a:pt x="5421510" y="3300344"/>
                </a:lnTo>
                <a:lnTo>
                  <a:pt x="0" y="3300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3468" y="1028700"/>
            <a:ext cx="8615365" cy="1650172"/>
          </a:xfrm>
          <a:custGeom>
            <a:avLst/>
            <a:gdLst/>
            <a:ahLst/>
            <a:cxnLst/>
            <a:rect r="r" b="b" t="t" l="l"/>
            <a:pathLst>
              <a:path h="1650172" w="8615365">
                <a:moveTo>
                  <a:pt x="0" y="0"/>
                </a:moveTo>
                <a:lnTo>
                  <a:pt x="8615365" y="0"/>
                </a:lnTo>
                <a:lnTo>
                  <a:pt x="8615365" y="1650172"/>
                </a:lnTo>
                <a:lnTo>
                  <a:pt x="0" y="1650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0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56152" y="1410186"/>
            <a:ext cx="687765" cy="68776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400000">
            <a:off x="12720937" y="2678872"/>
            <a:ext cx="1116286" cy="11162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71896" y="3795158"/>
            <a:ext cx="5814368" cy="5768944"/>
          </a:xfrm>
          <a:custGeom>
            <a:avLst/>
            <a:gdLst/>
            <a:ahLst/>
            <a:cxnLst/>
            <a:rect r="r" b="b" t="t" l="l"/>
            <a:pathLst>
              <a:path h="5768944" w="5814368">
                <a:moveTo>
                  <a:pt x="0" y="0"/>
                </a:moveTo>
                <a:lnTo>
                  <a:pt x="5814369" y="0"/>
                </a:lnTo>
                <a:lnTo>
                  <a:pt x="5814369" y="5768944"/>
                </a:lnTo>
                <a:lnTo>
                  <a:pt x="0" y="576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9684131" y="5143500"/>
            <a:ext cx="687765" cy="6877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800096" y="4672927"/>
            <a:ext cx="3884035" cy="3166547"/>
          </a:xfrm>
          <a:custGeom>
            <a:avLst/>
            <a:gdLst/>
            <a:ahLst/>
            <a:cxnLst/>
            <a:rect r="r" b="b" t="t" l="l"/>
            <a:pathLst>
              <a:path h="3166547" w="3884035">
                <a:moveTo>
                  <a:pt x="0" y="0"/>
                </a:moveTo>
                <a:lnTo>
                  <a:pt x="3884035" y="0"/>
                </a:lnTo>
                <a:lnTo>
                  <a:pt x="3884035" y="3166546"/>
                </a:lnTo>
                <a:lnTo>
                  <a:pt x="0" y="3166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36" t="0" r="-4536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8115300" cy="4348473"/>
          </a:xfrm>
          <a:custGeom>
            <a:avLst/>
            <a:gdLst/>
            <a:ahLst/>
            <a:cxnLst/>
            <a:rect r="r" b="b" t="t" l="l"/>
            <a:pathLst>
              <a:path h="4348473" w="8115300">
                <a:moveTo>
                  <a:pt x="0" y="0"/>
                </a:moveTo>
                <a:lnTo>
                  <a:pt x="8115300" y="0"/>
                </a:lnTo>
                <a:lnTo>
                  <a:pt x="8115300" y="4348473"/>
                </a:lnTo>
                <a:lnTo>
                  <a:pt x="0" y="4348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19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208" y="5959823"/>
            <a:ext cx="4057650" cy="3298477"/>
          </a:xfrm>
          <a:custGeom>
            <a:avLst/>
            <a:gdLst/>
            <a:ahLst/>
            <a:cxnLst/>
            <a:rect r="r" b="b" t="t" l="l"/>
            <a:pathLst>
              <a:path h="3298477" w="4057650">
                <a:moveTo>
                  <a:pt x="0" y="0"/>
                </a:moveTo>
                <a:lnTo>
                  <a:pt x="4057650" y="0"/>
                </a:lnTo>
                <a:lnTo>
                  <a:pt x="4057650" y="3298477"/>
                </a:lnTo>
                <a:lnTo>
                  <a:pt x="0" y="3298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9924741" y="2574417"/>
            <a:ext cx="8493200" cy="5605512"/>
            <a:chOff x="0" y="0"/>
            <a:chExt cx="635000" cy="41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23501" y="0"/>
                  </a:moveTo>
                  <a:lnTo>
                    <a:pt x="611499" y="0"/>
                  </a:lnTo>
                  <a:cubicBezTo>
                    <a:pt x="624478" y="0"/>
                    <a:pt x="635000" y="10522"/>
                    <a:pt x="635000" y="23501"/>
                  </a:cubicBezTo>
                  <a:lnTo>
                    <a:pt x="635000" y="395599"/>
                  </a:lnTo>
                  <a:cubicBezTo>
                    <a:pt x="635000" y="408578"/>
                    <a:pt x="624478" y="419100"/>
                    <a:pt x="611499" y="419100"/>
                  </a:cubicBezTo>
                  <a:lnTo>
                    <a:pt x="23501" y="419100"/>
                  </a:lnTo>
                  <a:cubicBezTo>
                    <a:pt x="10522" y="419100"/>
                    <a:pt x="0" y="408578"/>
                    <a:pt x="0" y="395599"/>
                  </a:cubicBezTo>
                  <a:lnTo>
                    <a:pt x="0" y="23501"/>
                  </a:lnTo>
                  <a:cubicBezTo>
                    <a:pt x="0" y="10522"/>
                    <a:pt x="10522" y="0"/>
                    <a:pt x="235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63500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275315" y="1762545"/>
            <a:ext cx="3792052" cy="2880784"/>
          </a:xfrm>
          <a:custGeom>
            <a:avLst/>
            <a:gdLst/>
            <a:ahLst/>
            <a:cxnLst/>
            <a:rect r="r" b="b" t="t" l="l"/>
            <a:pathLst>
              <a:path h="2880784" w="3792052">
                <a:moveTo>
                  <a:pt x="0" y="0"/>
                </a:moveTo>
                <a:lnTo>
                  <a:pt x="3792052" y="0"/>
                </a:lnTo>
                <a:lnTo>
                  <a:pt x="3792052" y="2880784"/>
                </a:lnTo>
                <a:lnTo>
                  <a:pt x="0" y="2880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40912" y="4877422"/>
            <a:ext cx="4739678" cy="1786260"/>
          </a:xfrm>
          <a:custGeom>
            <a:avLst/>
            <a:gdLst/>
            <a:ahLst/>
            <a:cxnLst/>
            <a:rect r="r" b="b" t="t" l="l"/>
            <a:pathLst>
              <a:path h="1786260" w="4739678">
                <a:moveTo>
                  <a:pt x="0" y="0"/>
                </a:moveTo>
                <a:lnTo>
                  <a:pt x="4739679" y="0"/>
                </a:lnTo>
                <a:lnTo>
                  <a:pt x="4739679" y="1786260"/>
                </a:lnTo>
                <a:lnTo>
                  <a:pt x="0" y="1786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778743"/>
            <a:ext cx="5005292" cy="4863096"/>
          </a:xfrm>
          <a:custGeom>
            <a:avLst/>
            <a:gdLst/>
            <a:ahLst/>
            <a:cxnLst/>
            <a:rect r="r" b="b" t="t" l="l"/>
            <a:pathLst>
              <a:path h="4863096" w="5005292">
                <a:moveTo>
                  <a:pt x="0" y="0"/>
                </a:moveTo>
                <a:lnTo>
                  <a:pt x="5005292" y="0"/>
                </a:lnTo>
                <a:lnTo>
                  <a:pt x="5005292" y="4863096"/>
                </a:lnTo>
                <a:lnTo>
                  <a:pt x="0" y="486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414732" cy="2360823"/>
          </a:xfrm>
          <a:custGeom>
            <a:avLst/>
            <a:gdLst/>
            <a:ahLst/>
            <a:cxnLst/>
            <a:rect r="r" b="b" t="t" l="l"/>
            <a:pathLst>
              <a:path h="2360823" w="7414732">
                <a:moveTo>
                  <a:pt x="0" y="0"/>
                </a:moveTo>
                <a:lnTo>
                  <a:pt x="7414732" y="0"/>
                </a:lnTo>
                <a:lnTo>
                  <a:pt x="7414732" y="2360823"/>
                </a:lnTo>
                <a:lnTo>
                  <a:pt x="0" y="2360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29430" y="1704192"/>
            <a:ext cx="9014071" cy="24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7"/>
              </a:lnSpc>
            </a:pPr>
          </a:p>
          <a:p>
            <a:pPr algn="ctr">
              <a:lnSpc>
                <a:spcPts val="2857"/>
              </a:lnSpc>
            </a:pPr>
            <a:r>
              <a:rPr lang="en-US" sz="201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Purpose: To change a color image into grayscale and show it on the screen.</a:t>
            </a:r>
          </a:p>
          <a:p>
            <a:pPr algn="ctr">
              <a:lnSpc>
                <a:spcPts val="2857"/>
              </a:lnSpc>
            </a:pPr>
            <a:r>
              <a:rPr lang="en-US" sz="201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cv2.cvtColor(...): Converts the image color from BGR (Blue, Green, Red) to GRAY.</a:t>
            </a:r>
          </a:p>
          <a:p>
            <a:pPr algn="ctr">
              <a:lnSpc>
                <a:spcPts val="2857"/>
              </a:lnSpc>
            </a:pPr>
            <a:r>
              <a:rPr lang="en-US" sz="201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plt.imshow(gray, cmap='gray'): Displays the new gray image. The cmap='gray' part is essential to make it render in black and white.</a:t>
            </a:r>
          </a:p>
          <a:p>
            <a:pPr algn="ctr">
              <a:lnSpc>
                <a:spcPts val="285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013632" y="914400"/>
            <a:ext cx="8245668" cy="66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  <a:spcBef>
                <a:spcPct val="0"/>
              </a:spcBef>
            </a:pPr>
            <a:r>
              <a:rPr lang="en-US" sz="3603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Grayscale Conversion &amp; Display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16701" y="5246512"/>
            <a:ext cx="5411438" cy="4011788"/>
          </a:xfrm>
          <a:custGeom>
            <a:avLst/>
            <a:gdLst/>
            <a:ahLst/>
            <a:cxnLst/>
            <a:rect r="r" b="b" t="t" l="l"/>
            <a:pathLst>
              <a:path h="4011788" w="5411438">
                <a:moveTo>
                  <a:pt x="0" y="0"/>
                </a:moveTo>
                <a:lnTo>
                  <a:pt x="5411437" y="0"/>
                </a:lnTo>
                <a:lnTo>
                  <a:pt x="5411437" y="4011788"/>
                </a:lnTo>
                <a:lnTo>
                  <a:pt x="0" y="4011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0969" y="1238644"/>
            <a:ext cx="8115300" cy="3904856"/>
          </a:xfrm>
          <a:custGeom>
            <a:avLst/>
            <a:gdLst/>
            <a:ahLst/>
            <a:cxnLst/>
            <a:rect r="r" b="b" t="t" l="l"/>
            <a:pathLst>
              <a:path h="3904856" w="8115300">
                <a:moveTo>
                  <a:pt x="0" y="0"/>
                </a:moveTo>
                <a:lnTo>
                  <a:pt x="8115300" y="0"/>
                </a:lnTo>
                <a:lnTo>
                  <a:pt x="8115300" y="3904856"/>
                </a:lnTo>
                <a:lnTo>
                  <a:pt x="0" y="390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091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64046" y="1255801"/>
            <a:ext cx="4796705" cy="172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96"/>
              </a:lnSpc>
              <a:spcBef>
                <a:spcPct val="0"/>
              </a:spcBef>
            </a:pPr>
            <a:r>
              <a:rPr lang="en-US" sz="9664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Resize 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40004" y="1028700"/>
            <a:ext cx="8319296" cy="8229600"/>
          </a:xfrm>
          <a:custGeom>
            <a:avLst/>
            <a:gdLst/>
            <a:ahLst/>
            <a:cxnLst/>
            <a:rect r="r" b="b" t="t" l="l"/>
            <a:pathLst>
              <a:path h="8229600" w="8319296">
                <a:moveTo>
                  <a:pt x="0" y="0"/>
                </a:moveTo>
                <a:lnTo>
                  <a:pt x="8319296" y="0"/>
                </a:lnTo>
                <a:lnTo>
                  <a:pt x="83192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4493483" cy="103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1"/>
              </a:lnSpc>
              <a:spcBef>
                <a:spcPct val="0"/>
              </a:spcBef>
            </a:pPr>
            <a:r>
              <a:rPr lang="en-US" sz="5761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ROTATE 90° 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70984"/>
            <a:ext cx="6789185" cy="7187316"/>
          </a:xfrm>
          <a:custGeom>
            <a:avLst/>
            <a:gdLst/>
            <a:ahLst/>
            <a:cxnLst/>
            <a:rect r="r" b="b" t="t" l="l"/>
            <a:pathLst>
              <a:path h="7187316" w="6789185">
                <a:moveTo>
                  <a:pt x="0" y="0"/>
                </a:moveTo>
                <a:lnTo>
                  <a:pt x="6789185" y="0"/>
                </a:lnTo>
                <a:lnTo>
                  <a:pt x="6789185" y="7187316"/>
                </a:lnTo>
                <a:lnTo>
                  <a:pt x="0" y="7187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37290" y="2070984"/>
            <a:ext cx="6522010" cy="7187316"/>
          </a:xfrm>
          <a:custGeom>
            <a:avLst/>
            <a:gdLst/>
            <a:ahLst/>
            <a:cxnLst/>
            <a:rect r="r" b="b" t="t" l="l"/>
            <a:pathLst>
              <a:path h="7187316" w="6522010">
                <a:moveTo>
                  <a:pt x="0" y="0"/>
                </a:moveTo>
                <a:lnTo>
                  <a:pt x="6522010" y="0"/>
                </a:lnTo>
                <a:lnTo>
                  <a:pt x="6522010" y="7187316"/>
                </a:lnTo>
                <a:lnTo>
                  <a:pt x="0" y="7187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38200"/>
            <a:ext cx="3650345" cy="119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9"/>
              </a:lnSpc>
              <a:spcBef>
                <a:spcPct val="0"/>
              </a:spcBef>
            </a:pPr>
            <a:r>
              <a:rPr lang="en-US" sz="6619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FILPING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7290" y="930155"/>
            <a:ext cx="6522010" cy="10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6"/>
              </a:lnSpc>
              <a:spcBef>
                <a:spcPct val="0"/>
              </a:spcBef>
            </a:pPr>
            <a:r>
              <a:rPr lang="en-US" sz="5610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Image blurring 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5720109"/>
            <a:ext cx="4876640" cy="3917984"/>
          </a:xfrm>
          <a:custGeom>
            <a:avLst/>
            <a:gdLst/>
            <a:ahLst/>
            <a:cxnLst/>
            <a:rect r="r" b="b" t="t" l="l"/>
            <a:pathLst>
              <a:path h="3917984" w="4876640">
                <a:moveTo>
                  <a:pt x="0" y="0"/>
                </a:moveTo>
                <a:lnTo>
                  <a:pt x="4876640" y="0"/>
                </a:lnTo>
                <a:lnTo>
                  <a:pt x="4876640" y="3917985"/>
                </a:lnTo>
                <a:lnTo>
                  <a:pt x="0" y="3917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05309"/>
            <a:ext cx="7661225" cy="8229600"/>
          </a:xfrm>
          <a:custGeom>
            <a:avLst/>
            <a:gdLst/>
            <a:ahLst/>
            <a:cxnLst/>
            <a:rect r="r" b="b" t="t" l="l"/>
            <a:pathLst>
              <a:path h="8229600" w="7661225">
                <a:moveTo>
                  <a:pt x="0" y="0"/>
                </a:moveTo>
                <a:lnTo>
                  <a:pt x="7661225" y="0"/>
                </a:lnTo>
                <a:lnTo>
                  <a:pt x="76612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611476"/>
            <a:ext cx="8649753" cy="4108633"/>
          </a:xfrm>
          <a:custGeom>
            <a:avLst/>
            <a:gdLst/>
            <a:ahLst/>
            <a:cxnLst/>
            <a:rect r="r" b="b" t="t" l="l"/>
            <a:pathLst>
              <a:path h="4108633" w="8649753">
                <a:moveTo>
                  <a:pt x="0" y="0"/>
                </a:moveTo>
                <a:lnTo>
                  <a:pt x="8649753" y="0"/>
                </a:lnTo>
                <a:lnTo>
                  <a:pt x="8649753" y="4108633"/>
                </a:lnTo>
                <a:lnTo>
                  <a:pt x="0" y="4108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06966"/>
            <a:ext cx="6183084" cy="89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9"/>
              </a:lnSpc>
              <a:spcBef>
                <a:spcPct val="0"/>
              </a:spcBef>
            </a:pPr>
            <a:r>
              <a:rPr lang="en-US" sz="4906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Image with edges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58568" y="655202"/>
            <a:ext cx="6954401" cy="8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7"/>
              </a:lnSpc>
              <a:spcBef>
                <a:spcPct val="0"/>
              </a:spcBef>
            </a:pPr>
            <a:r>
              <a:rPr lang="en-US" sz="4858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THRESHOLDED IMAGE 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527" y="1028700"/>
            <a:ext cx="10836777" cy="4393731"/>
          </a:xfrm>
          <a:custGeom>
            <a:avLst/>
            <a:gdLst/>
            <a:ahLst/>
            <a:cxnLst/>
            <a:rect r="r" b="b" t="t" l="l"/>
            <a:pathLst>
              <a:path h="4393731" w="10836777">
                <a:moveTo>
                  <a:pt x="0" y="0"/>
                </a:moveTo>
                <a:lnTo>
                  <a:pt x="10836777" y="0"/>
                </a:lnTo>
                <a:lnTo>
                  <a:pt x="10836777" y="4393731"/>
                </a:lnTo>
                <a:lnTo>
                  <a:pt x="0" y="439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3403" y="3225566"/>
            <a:ext cx="7216439" cy="5858679"/>
          </a:xfrm>
          <a:custGeom>
            <a:avLst/>
            <a:gdLst/>
            <a:ahLst/>
            <a:cxnLst/>
            <a:rect r="r" b="b" t="t" l="l"/>
            <a:pathLst>
              <a:path h="5858679" w="7216439">
                <a:moveTo>
                  <a:pt x="0" y="0"/>
                </a:moveTo>
                <a:lnTo>
                  <a:pt x="7216438" y="0"/>
                </a:lnTo>
                <a:lnTo>
                  <a:pt x="7216438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3902" y="1028700"/>
            <a:ext cx="5993874" cy="8229600"/>
          </a:xfrm>
          <a:custGeom>
            <a:avLst/>
            <a:gdLst/>
            <a:ahLst/>
            <a:cxnLst/>
            <a:rect r="r" b="b" t="t" l="l"/>
            <a:pathLst>
              <a:path h="8229600" w="5993874">
                <a:moveTo>
                  <a:pt x="0" y="0"/>
                </a:moveTo>
                <a:lnTo>
                  <a:pt x="5993874" y="0"/>
                </a:lnTo>
                <a:lnTo>
                  <a:pt x="59938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8578598" cy="8229600"/>
          </a:xfrm>
          <a:custGeom>
            <a:avLst/>
            <a:gdLst/>
            <a:ahLst/>
            <a:cxnLst/>
            <a:rect r="r" b="b" t="t" l="l"/>
            <a:pathLst>
              <a:path h="8229600" w="8578598">
                <a:moveTo>
                  <a:pt x="0" y="0"/>
                </a:moveTo>
                <a:lnTo>
                  <a:pt x="8578598" y="0"/>
                </a:lnTo>
                <a:lnTo>
                  <a:pt x="85785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469495" cy="8229600"/>
          </a:xfrm>
          <a:custGeom>
            <a:avLst/>
            <a:gdLst/>
            <a:ahLst/>
            <a:cxnLst/>
            <a:rect r="r" b="b" t="t" l="l"/>
            <a:pathLst>
              <a:path h="8229600" w="7469495">
                <a:moveTo>
                  <a:pt x="0" y="0"/>
                </a:moveTo>
                <a:lnTo>
                  <a:pt x="7469495" y="0"/>
                </a:lnTo>
                <a:lnTo>
                  <a:pt x="74694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DAG2sfd7xyg</dc:identifier>
  <dcterms:modified xsi:type="dcterms:W3CDTF">2011-08-01T06:04:30Z</dcterms:modified>
  <cp:revision>1</cp:revision>
  <dc:title>GESTURE VOLUME: VOLUME CONTROL WITH HAND GESTURES USING A WEBCAM</dc:title>
</cp:coreProperties>
</file>